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1314" y="1594714"/>
            <a:ext cx="61347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toekomst van AI-werk: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806854" y="2143354"/>
            <a:ext cx="89254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Flowgrammers &amp; Multi-Agent Systems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616452" y="2958084"/>
            <a:ext cx="5134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Bouwen zonder code. Orkestreren met logica.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796942" y="3977640"/>
            <a:ext cx="2714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inzetten zonder te programmeren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5219395" y="4948733"/>
            <a:ext cx="381305" cy="30449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107" r="-107" t="0" b="0"/>
          <a:stretch/>
        </p:blipFill>
        <p:spPr>
          <a:xfrm>
            <a:off x="5982005" y="4948733"/>
            <a:ext cx="267005" cy="30449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50" r="-50" t="0" b="0"/>
          <a:stretch/>
        </p:blipFill>
        <p:spPr>
          <a:xfrm>
            <a:off x="6629400" y="4948733"/>
            <a:ext cx="342900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1562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90549" y="1944929"/>
            <a:ext cx="19019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73936"/>
            <a:ext cx="51252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 Deel 1: van prompt naar werkende flow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190549" y="2592324"/>
            <a:ext cx="190195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21331"/>
            <a:ext cx="2019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Flowgrammer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016667" r="-1016667" t="0" b="0"/>
          <a:stretch/>
        </p:blipFill>
        <p:spPr>
          <a:xfrm>
            <a:off x="1175918" y="3240634"/>
            <a:ext cx="219456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068726"/>
            <a:ext cx="29818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Orchestration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989999" r="-989999" t="0" b="0"/>
          <a:stretch/>
        </p:blipFill>
        <p:spPr>
          <a:xfrm>
            <a:off x="1166774" y="3888029"/>
            <a:ext cx="237744" cy="91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619402" y="3717036"/>
            <a:ext cx="62965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Hands-on: Master agent bouwen en publiceren in Teams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31720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 (vervolg)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66774" y="1944929"/>
            <a:ext cx="237744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73936"/>
            <a:ext cx="42775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Hands-on: Extra agents en orkestratie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214323" y="2592324"/>
            <a:ext cx="142646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21331"/>
            <a:ext cx="5839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Hands-on: Power Automate actie en testen in Teams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989999" r="-989999" t="0" b="0"/>
          <a:stretch/>
        </p:blipFill>
        <p:spPr>
          <a:xfrm>
            <a:off x="1214323" y="3240634"/>
            <a:ext cx="142646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068726"/>
            <a:ext cx="50392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Reflectie en bonus: teaser naar MCP (Deel 3)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62389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Waar staan we nu? Feiten &amp; weetjes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90549" y="1944929"/>
            <a:ext cx="19019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5000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WEF: 44% van skills verandert binnen 5 jaar.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166774" y="2646274"/>
            <a:ext cx="237744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61246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IDC/Microsoft: tegen 2028 &gt;1 miljard agents in omloop.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016667" r="-1016667" t="0" b="0"/>
          <a:stretch/>
        </p:blipFill>
        <p:spPr>
          <a:xfrm>
            <a:off x="1175918" y="3346704"/>
            <a:ext cx="219456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165653"/>
            <a:ext cx="7896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2025: tech-bedrijven blijven herstructureren, focus op AI-productiviteit.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42867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Waarom dit belangrijk is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90549" y="1944929"/>
            <a:ext cx="19019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4019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een werkwijze, geen losse tool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166774" y="2646274"/>
            <a:ext cx="237744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57918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van agents leveren betrouwbaarder resultaat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989999" r="-989999" t="0" b="0"/>
          <a:stretch/>
        </p:blipFill>
        <p:spPr>
          <a:xfrm>
            <a:off x="1190549" y="3346704"/>
            <a:ext cx="190195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165653"/>
            <a:ext cx="55723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Flowgrammers versnellen van idee naar productie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31053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Flowgrammer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1016667" r="-1016667" t="0" b="0"/>
          <a:stretch/>
        </p:blipFill>
        <p:spPr>
          <a:xfrm>
            <a:off x="1175918" y="1944929"/>
            <a:ext cx="219456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36768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Denkt in stappen en beslislogica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190549" y="2646274"/>
            <a:ext cx="190195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5095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Bouwt met Copilot Studio en Power Automate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989999" r="-989999" t="0" b="0"/>
          <a:stretch/>
        </p:blipFill>
        <p:spPr>
          <a:xfrm>
            <a:off x="1166774" y="3346704"/>
            <a:ext cx="2377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165653"/>
            <a:ext cx="4144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Verbindt mens, data, systemen en AI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26289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Mini-oefening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90549" y="1944929"/>
            <a:ext cx="19019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3886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Teken een proces dat je vaak doet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214323" y="2646274"/>
            <a:ext cx="142646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3639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Benoem inputs, checks, outputs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65251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Orchestration in 1 minuut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66774" y="1944929"/>
            <a:ext cx="237744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22009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Eén taak per agent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190549" y="2646274"/>
            <a:ext cx="190195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26956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Elkaars output als input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989999" r="-989999" t="0" b="0"/>
          <a:stretch/>
        </p:blipFill>
        <p:spPr>
          <a:xfrm>
            <a:off x="1166774" y="3346704"/>
            <a:ext cx="2377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165653"/>
            <a:ext cx="3562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Heldere hand-offs en validaties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63441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Voorbeeldarchitectuur (Pepperbyte)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619195" y="2901391"/>
            <a:ext cx="1714500" cy="761695"/>
          </a:xfrm>
          <a:prstGeom prst="roundRect">
            <a:avLst>
              <a:gd name="adj" fmla="val 12005"/>
            </a:avLst>
          </a:prstGeom>
          <a:solidFill>
            <a:srgbClr val="E6FFFA"/>
          </a:solidFill>
          <a:ln w="25400">
            <a:solidFill>
              <a:srgbClr val="38B2A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087368" y="3063240"/>
            <a:ext cx="9098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Agent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68750" y="3349447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gegevens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72500" y="2901391"/>
            <a:ext cx="1714500" cy="761695"/>
          </a:xfrm>
          <a:prstGeom prst="roundRect">
            <a:avLst>
              <a:gd name="adj" fmla="val 12005"/>
            </a:avLst>
          </a:prstGeom>
          <a:solidFill>
            <a:srgbClr val="EBF4FF"/>
          </a:solidFill>
          <a:ln w="25400">
            <a:solidFill>
              <a:srgbClr val="4299E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079992" y="3063240"/>
            <a:ext cx="8339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Agent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1257" y="3349447"/>
            <a:ext cx="6812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6305" y="4443984"/>
            <a:ext cx="1714500" cy="761695"/>
          </a:xfrm>
          <a:prstGeom prst="roundRect">
            <a:avLst>
              <a:gd name="adj" fmla="val 12005"/>
            </a:avLst>
          </a:prstGeom>
          <a:solidFill>
            <a:srgbClr val="F0FFF4"/>
          </a:solidFill>
          <a:ln w="25400">
            <a:solidFill>
              <a:srgbClr val="48BB7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79438" y="4605833"/>
            <a:ext cx="10817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Agent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4891126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leaseauto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06724" y="5915254"/>
            <a:ext cx="52824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communiceren naadloos met elkaar via gestructureerde input/output flows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2286000" y="1767535"/>
            <a:ext cx="7619695" cy="3810305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238598" y="3291840"/>
            <a:ext cx="1714500" cy="761695"/>
          </a:xfrm>
          <a:prstGeom prst="roundRect">
            <a:avLst>
              <a:gd name="adj" fmla="val 12005"/>
            </a:avLst>
          </a:prstGeom>
          <a:solidFill>
            <a:srgbClr val="EBF8FF"/>
          </a:solidFill>
          <a:ln w="25400">
            <a:solidFill>
              <a:srgbClr val="3182C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536692" y="3453689"/>
            <a:ext cx="12527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Agent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64454" y="3739896"/>
            <a:ext cx="13670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routert en samenvat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60396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1: Master Agent bouwen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66774" y="1944929"/>
            <a:ext cx="237744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3277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Websiteversie Copilot Studio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166774" y="2646274"/>
            <a:ext cx="237744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5095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Begroeting, intake, bevestiging, samenvatting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989999" r="-989999" t="0" b="0"/>
          <a:stretch/>
        </p:blipFill>
        <p:spPr>
          <a:xfrm>
            <a:off x="1166774" y="3346704"/>
            <a:ext cx="2377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165653"/>
            <a:ext cx="26481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Publiceren naar Teams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46579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1: Test in Teams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90549" y="1944929"/>
            <a:ext cx="19019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1524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Testprompts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190549" y="2646274"/>
            <a:ext cx="190195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1467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Edge-cases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989999" r="-989999" t="0" b="0"/>
          <a:stretch/>
        </p:blipFill>
        <p:spPr>
          <a:xfrm>
            <a:off x="1190549" y="3346704"/>
            <a:ext cx="190195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165653"/>
            <a:ext cx="26005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Shortcuts en valideren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45153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2: Extra agents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90549" y="1944929"/>
            <a:ext cx="19019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66778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Kies 2 templates (HR Intake, Incident Intake, Fleet aanvraag)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166774" y="2646274"/>
            <a:ext cx="237744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2895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Koppel aan Master Agent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989999" r="-989999" t="0" b="0"/>
          <a:stretch/>
        </p:blipFill>
        <p:spPr>
          <a:xfrm>
            <a:off x="1190549" y="3346704"/>
            <a:ext cx="190195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165653"/>
            <a:ext cx="3162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orchestration in Teams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52011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3: Power Automate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90549" y="1944929"/>
            <a:ext cx="19019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38679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Actie: e-mail of SharePoint-record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166774" y="2646274"/>
            <a:ext cx="237744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3762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Koppelen en testen vanuit Teams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26581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practices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90549" y="1944929"/>
            <a:ext cx="19019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22101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Eén vraag per stap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214323" y="2646274"/>
            <a:ext cx="142646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3277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Samenvat en laat bevestigen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989999" r="-989999" t="0" b="0"/>
          <a:stretch/>
        </p:blipFill>
        <p:spPr>
          <a:xfrm>
            <a:off x="1190549" y="3346704"/>
            <a:ext cx="190195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165653"/>
            <a:ext cx="29242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en escape hatch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40672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Resultaat van vandaag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90549" y="1944929"/>
            <a:ext cx="19019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3829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Werkende Master Agent in Teams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190549" y="2646274"/>
            <a:ext cx="190195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41248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Werkende child agents met hand-off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989999" r="-989999" t="0" b="0"/>
          <a:stretch/>
        </p:blipFill>
        <p:spPr>
          <a:xfrm>
            <a:off x="1166774" y="3346704"/>
            <a:ext cx="2377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165653"/>
            <a:ext cx="3915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Power Automate-actie live getest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21178" y="752551"/>
            <a:ext cx="64968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Bedankt voor het meedoen!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1743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Reflectie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214323" y="1944929"/>
            <a:ext cx="142646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63878"/>
            <a:ext cx="40105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Waar toepassen in jouw organisatie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1024284" r="-1024284" t="0" b="0"/>
          <a:stretch/>
        </p:blipFill>
        <p:spPr>
          <a:xfrm>
            <a:off x="1200607" y="2646274"/>
            <a:ext cx="171907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65222"/>
            <a:ext cx="3762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Welke brondata en policies nodig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989999" r="-989999" t="0" b="0"/>
          <a:stretch/>
        </p:blipFill>
        <p:spPr>
          <a:xfrm>
            <a:off x="1190549" y="3346704"/>
            <a:ext cx="190195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165653"/>
            <a:ext cx="2124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Volgende iteraties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1143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752551"/>
            <a:ext cx="48490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Bonus: teaser Deel 3 (MCP)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989999" r="-989999" t="0" b="0"/>
          <a:stretch/>
        </p:blipFill>
        <p:spPr>
          <a:xfrm>
            <a:off x="1190549" y="1944929"/>
            <a:ext cx="190195" cy="9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9402" y="1773936"/>
            <a:ext cx="14200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 is MCP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989999" r="-989999" t="0" b="0"/>
          <a:stretch/>
        </p:blipFill>
        <p:spPr>
          <a:xfrm>
            <a:off x="1190549" y="2592324"/>
            <a:ext cx="190195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19402" y="2421331"/>
            <a:ext cx="4972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Waarom het bouwen nog eenvoudiger wordt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989999" r="-989999" t="0" b="0"/>
          <a:stretch/>
        </p:blipFill>
        <p:spPr>
          <a:xfrm>
            <a:off x="1166774" y="3240634"/>
            <a:ext cx="2377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19402" y="3068726"/>
            <a:ext cx="2124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Voorproefje demo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2025-11-06T15:03:13Z</dcterms:created>
  <dcterms:modified xsi:type="dcterms:W3CDTF">2025-11-06T15:03:13Z</dcterms:modified>
</cp:coreProperties>
</file>